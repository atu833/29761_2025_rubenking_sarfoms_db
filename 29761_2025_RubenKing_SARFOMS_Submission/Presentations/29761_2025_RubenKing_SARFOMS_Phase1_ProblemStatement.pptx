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640080" cy="6400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436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Agricultural Resource and Farm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Operations Management System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 SARFOMS )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 — Problem Statement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709160" y="4709160"/>
            <a:ext cx="27432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– Database Programming | Final Examination (Capstone Project)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Student: Ruben King  |  Student ID: 29761/2025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 &amp; Who It Affects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EFF5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 Definition &amp; Context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B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Smallholder and cooperative farmers often cannot justify owning expensive equipment (tractors, irrigation pumps, drone sprayers) that would sit idle most of the year.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B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Equipment owners and dealers, meanwhile, have machines sitting unused between jobs — there is no formal system matching supply to demand.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B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Once equipment is rented, there is no visibility into whether it is used correctly, or whether the crop it services is actually responding well to soil and irrigation conditions.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B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of use: rural and peri-urban farming communities where equipment cooperatives and agri-dealers already operate informally, without a shared digital booking or monitoring 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984" y="220370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Farmers / Cooperative Members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0" y="2359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 equipment and monitor crop conditions on their own plots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29400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31181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Equipment Owners / Dealers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15200" y="3273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 equipment and track condition, receive rental payment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2940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40325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Maintenance Technicians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31520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service history and keep equipment safe to rent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29400" y="4846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9469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800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Administrator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15200" y="5102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Manages users, approves listings, audits activity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 &amp; Expected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 farmers search, book, and pay for equipment with zero double-booking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equipment condition and maintenance history to prevent renting broken machines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Record and visualize crop and soil sensor readings per farm plot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data-integrity and audit rules, including a mandatory weekday/holiday change-lock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 utilization, revenue, and crop-health insights through an Oracle APEX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3A7A3B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91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0" y="176479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Higher equipment utilization for owners — fewer idle machines between jobs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3A7A3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743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132320" y="281635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Lower capital cost for farmers who no longer need to own equipment outright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3A7A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794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3867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Early warning on irrigation and soil issues via live crop-monitoring sensor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846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3A7A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846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491947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fully auditable trail of who changed what, and when, across the whole system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SARFOMS - Problem Statement</dc:title>
  <dc:subject>PptxGenJS Presentation</dc:subject>
  <dc:creator>Ruben King</dc:creator>
  <cp:lastModifiedBy>Ruben King</cp:lastModifiedBy>
  <cp:revision>1</cp:revision>
  <dcterms:created xsi:type="dcterms:W3CDTF">2026-07-08T21:48:04Z</dcterms:created>
  <dcterms:modified xsi:type="dcterms:W3CDTF">2026-07-08T21:48:04Z</dcterms:modified>
</cp:coreProperties>
</file>